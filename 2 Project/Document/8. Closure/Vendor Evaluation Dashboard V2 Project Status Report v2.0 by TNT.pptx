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Gantt1448688115699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Status as of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Remarks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c8ab16b2-91dc-454d-977f-507b0a618ea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de4d3453a1bb4542" /><Relationship Type="http://schemas.openxmlformats.org/officeDocument/2006/relationships/slideLayout" Target="/ppt/slideLayouts/slideLayout8.xml" Id="Ra6c752879a604564" /><Relationship Type="http://schemas.openxmlformats.org/officeDocument/2006/relationships/hyperlink" Target="https://app.powerbi.com/groups/me/reports/c8ab16b2-91dc-454d-977f-507b0a618eaa/?pbi_source=PowerPoint" TargetMode="External" Id="RelId0" /><Relationship Type="http://schemas.openxmlformats.org/officeDocument/2006/relationships/image" Target="/ppt/media/image4.png" Id="imgId480787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Project Status Report v2.0 by TNT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11/18/2025 9:30:46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11/17/2025 11:03:01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Gantt1448688115699 ,Status as of ,textbox ,textbox ,slicer ,Remarks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80787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TNT Status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